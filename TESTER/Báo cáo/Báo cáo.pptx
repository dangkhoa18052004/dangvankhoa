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9" r:id="rId6"/>
    <p:sldId id="271" r:id="rId7"/>
    <p:sldId id="272" r:id="rId8"/>
    <p:sldId id="260" r:id="rId9"/>
    <p:sldId id="261" r:id="rId10"/>
    <p:sldId id="262" r:id="rId11"/>
  </p:sldIdLst>
  <p:sldSz cx="18288000" cy="10287000"/>
  <p:notesSz cx="6858000" cy="9144000"/>
  <p:embeddedFontLst>
    <p:embeddedFont>
      <p:font typeface="Agrandir Bold" panose="020B0604020202020204" charset="0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Montserrat" panose="00000500000000000000" pitchFamily="2" charset="0"/>
      <p:regular r:id="rId17"/>
      <p:bold r:id="rId18"/>
      <p:italic r:id="rId19"/>
      <p:boldItalic r:id="rId20"/>
    </p:embeddedFont>
    <p:embeddedFont>
      <p:font typeface="Paytone One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86463" y="419100"/>
            <a:ext cx="17715074" cy="9670715"/>
            <a:chOff x="0" y="0"/>
            <a:chExt cx="4665698" cy="25470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65699" cy="2547020"/>
            </a:xfrm>
            <a:custGeom>
              <a:avLst/>
              <a:gdLst/>
              <a:ahLst/>
              <a:cxnLst/>
              <a:rect l="l" t="t" r="r" b="b"/>
              <a:pathLst>
                <a:path w="4665699" h="2547020">
                  <a:moveTo>
                    <a:pt x="22288" y="0"/>
                  </a:moveTo>
                  <a:lnTo>
                    <a:pt x="4643410" y="0"/>
                  </a:lnTo>
                  <a:cubicBezTo>
                    <a:pt x="4655720" y="0"/>
                    <a:pt x="4665699" y="9979"/>
                    <a:pt x="4665699" y="22288"/>
                  </a:cubicBezTo>
                  <a:lnTo>
                    <a:pt x="4665699" y="2524732"/>
                  </a:lnTo>
                  <a:cubicBezTo>
                    <a:pt x="4665699" y="2530643"/>
                    <a:pt x="4663350" y="2536312"/>
                    <a:pt x="4659171" y="2540492"/>
                  </a:cubicBezTo>
                  <a:cubicBezTo>
                    <a:pt x="4654991" y="2544672"/>
                    <a:pt x="4649322" y="2547020"/>
                    <a:pt x="4643410" y="2547020"/>
                  </a:cubicBezTo>
                  <a:lnTo>
                    <a:pt x="22288" y="2547020"/>
                  </a:lnTo>
                  <a:cubicBezTo>
                    <a:pt x="16377" y="2547020"/>
                    <a:pt x="10708" y="2544672"/>
                    <a:pt x="6528" y="2540492"/>
                  </a:cubicBezTo>
                  <a:cubicBezTo>
                    <a:pt x="2348" y="2536312"/>
                    <a:pt x="0" y="2530643"/>
                    <a:pt x="0" y="2524732"/>
                  </a:cubicBezTo>
                  <a:lnTo>
                    <a:pt x="0" y="22288"/>
                  </a:lnTo>
                  <a:cubicBezTo>
                    <a:pt x="0" y="16377"/>
                    <a:pt x="2348" y="10708"/>
                    <a:pt x="6528" y="6528"/>
                  </a:cubicBezTo>
                  <a:cubicBezTo>
                    <a:pt x="10708" y="2348"/>
                    <a:pt x="16377" y="0"/>
                    <a:pt x="22288" y="0"/>
                  </a:cubicBezTo>
                  <a:close/>
                </a:path>
              </a:pathLst>
            </a:custGeom>
            <a:solidFill>
              <a:srgbClr val="E4E4E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65698" cy="25851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86463" y="308142"/>
            <a:ext cx="8857537" cy="6193313"/>
            <a:chOff x="0" y="0"/>
            <a:chExt cx="1682608" cy="1176503"/>
          </a:xfrm>
        </p:grpSpPr>
        <p:sp>
          <p:nvSpPr>
            <p:cNvPr id="8" name="Freeform 8"/>
            <p:cNvSpPr/>
            <p:nvPr/>
          </p:nvSpPr>
          <p:spPr>
            <a:xfrm rot="-162340">
              <a:off x="-24615" y="-36843"/>
              <a:ext cx="1731838" cy="1250188"/>
            </a:xfrm>
            <a:custGeom>
              <a:avLst/>
              <a:gdLst/>
              <a:ahLst/>
              <a:cxnLst/>
              <a:rect l="l" t="t" r="r" b="b"/>
              <a:pathLst>
                <a:path w="1731838" h="1250188">
                  <a:moveTo>
                    <a:pt x="101341" y="54"/>
                  </a:moveTo>
                  <a:lnTo>
                    <a:pt x="1686035" y="74944"/>
                  </a:lnTo>
                  <a:cubicBezTo>
                    <a:pt x="1698770" y="75545"/>
                    <a:pt x="1710745" y="81182"/>
                    <a:pt x="1719325" y="90613"/>
                  </a:cubicBezTo>
                  <a:cubicBezTo>
                    <a:pt x="1727904" y="100044"/>
                    <a:pt x="1732386" y="112496"/>
                    <a:pt x="1731785" y="125232"/>
                  </a:cubicBezTo>
                  <a:lnTo>
                    <a:pt x="1680786" y="1204385"/>
                  </a:lnTo>
                  <a:cubicBezTo>
                    <a:pt x="1680184" y="1217121"/>
                    <a:pt x="1674548" y="1229095"/>
                    <a:pt x="1665117" y="1237675"/>
                  </a:cubicBezTo>
                  <a:cubicBezTo>
                    <a:pt x="1655686" y="1246255"/>
                    <a:pt x="1643233" y="1250737"/>
                    <a:pt x="1630498" y="1250135"/>
                  </a:cubicBezTo>
                  <a:lnTo>
                    <a:pt x="45803" y="1175245"/>
                  </a:lnTo>
                  <a:cubicBezTo>
                    <a:pt x="33068" y="1174644"/>
                    <a:pt x="21093" y="1169007"/>
                    <a:pt x="12513" y="1159576"/>
                  </a:cubicBezTo>
                  <a:cubicBezTo>
                    <a:pt x="3934" y="1150145"/>
                    <a:pt x="-548" y="1137692"/>
                    <a:pt x="54" y="1124957"/>
                  </a:cubicBezTo>
                  <a:lnTo>
                    <a:pt x="51052" y="45804"/>
                  </a:lnTo>
                  <a:cubicBezTo>
                    <a:pt x="51654" y="33068"/>
                    <a:pt x="57290" y="21094"/>
                    <a:pt x="66721" y="12514"/>
                  </a:cubicBezTo>
                  <a:cubicBezTo>
                    <a:pt x="76152" y="3934"/>
                    <a:pt x="88605" y="-548"/>
                    <a:pt x="101341" y="54"/>
                  </a:cubicBezTo>
                  <a:close/>
                </a:path>
              </a:pathLst>
            </a:custGeom>
            <a:blipFill>
              <a:blip r:embed="rId2"/>
              <a:stretch>
                <a:fillRect l="-83959" t="-65523" r="-1362" b="-177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2991986" y="6501455"/>
            <a:ext cx="5009551" cy="3477402"/>
            <a:chOff x="0" y="0"/>
            <a:chExt cx="1933939" cy="1342452"/>
          </a:xfrm>
        </p:grpSpPr>
        <p:sp>
          <p:nvSpPr>
            <p:cNvPr id="10" name="Freeform 10"/>
            <p:cNvSpPr/>
            <p:nvPr/>
          </p:nvSpPr>
          <p:spPr>
            <a:xfrm rot="9202574">
              <a:off x="-169189" y="-333097"/>
              <a:ext cx="2272317" cy="2008628"/>
            </a:xfrm>
            <a:custGeom>
              <a:avLst/>
              <a:gdLst/>
              <a:ahLst/>
              <a:cxnLst/>
              <a:rect l="l" t="t" r="r" b="b"/>
              <a:pathLst>
                <a:path w="2272317" h="2008628">
                  <a:moveTo>
                    <a:pt x="1623816" y="1999615"/>
                  </a:moveTo>
                  <a:lnTo>
                    <a:pt x="46908" y="1209141"/>
                  </a:lnTo>
                  <a:cubicBezTo>
                    <a:pt x="26755" y="1199039"/>
                    <a:pt x="11441" y="1181344"/>
                    <a:pt x="4334" y="1159951"/>
                  </a:cubicBezTo>
                  <a:cubicBezTo>
                    <a:pt x="-2773" y="1138557"/>
                    <a:pt x="-1090" y="1115217"/>
                    <a:pt x="9012" y="1095064"/>
                  </a:cubicBezTo>
                  <a:lnTo>
                    <a:pt x="534424" y="46927"/>
                  </a:lnTo>
                  <a:cubicBezTo>
                    <a:pt x="555461" y="4961"/>
                    <a:pt x="606535" y="-12006"/>
                    <a:pt x="648501" y="9031"/>
                  </a:cubicBezTo>
                  <a:lnTo>
                    <a:pt x="2225409" y="799505"/>
                  </a:lnTo>
                  <a:cubicBezTo>
                    <a:pt x="2245561" y="809607"/>
                    <a:pt x="2260876" y="827302"/>
                    <a:pt x="2267982" y="848695"/>
                  </a:cubicBezTo>
                  <a:cubicBezTo>
                    <a:pt x="2275089" y="870089"/>
                    <a:pt x="2273406" y="893429"/>
                    <a:pt x="2263304" y="913582"/>
                  </a:cubicBezTo>
                  <a:lnTo>
                    <a:pt x="1737893" y="1961719"/>
                  </a:lnTo>
                  <a:cubicBezTo>
                    <a:pt x="1727790" y="1981872"/>
                    <a:pt x="1710096" y="1997187"/>
                    <a:pt x="1688703" y="2004293"/>
                  </a:cubicBezTo>
                  <a:cubicBezTo>
                    <a:pt x="1667309" y="2011400"/>
                    <a:pt x="1643969" y="2009717"/>
                    <a:pt x="1623816" y="1999615"/>
                  </a:cubicBezTo>
                  <a:close/>
                </a:path>
              </a:pathLst>
            </a:custGeom>
            <a:blipFill>
              <a:blip r:embed="rId3"/>
              <a:stretch>
                <a:fillRect l="-3148" t="-39880" r="-1279" b="-1987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4114800" y="1469019"/>
            <a:ext cx="10058400" cy="1033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45"/>
              </a:lnSpc>
            </a:pPr>
            <a:r>
              <a:rPr lang="en-US" sz="5000" b="1" spc="-54" dirty="0" err="1">
                <a:solidFill>
                  <a:schemeClr val="accent1">
                    <a:lumMod val="75000"/>
                  </a:schemeClr>
                </a:solidFill>
                <a:latin typeface="Paytone One"/>
                <a:ea typeface="Paytone One"/>
                <a:cs typeface="Paytone One"/>
                <a:sym typeface="Paytone One"/>
              </a:rPr>
              <a:t>Đảm</a:t>
            </a:r>
            <a:r>
              <a:rPr lang="en-US" sz="5000" b="1" spc="-54" dirty="0">
                <a:solidFill>
                  <a:schemeClr val="accent1">
                    <a:lumMod val="75000"/>
                  </a:schemeClr>
                </a:solidFill>
                <a:latin typeface="Paytone One"/>
                <a:ea typeface="Paytone One"/>
                <a:cs typeface="Paytone One"/>
                <a:sym typeface="Paytone One"/>
              </a:rPr>
              <a:t> </a:t>
            </a:r>
            <a:r>
              <a:rPr lang="en-US" sz="5000" b="1" spc="-54" dirty="0" err="1">
                <a:solidFill>
                  <a:schemeClr val="accent1">
                    <a:lumMod val="75000"/>
                  </a:schemeClr>
                </a:solidFill>
                <a:latin typeface="Paytone One"/>
                <a:ea typeface="Paytone One"/>
                <a:cs typeface="Paytone One"/>
                <a:sym typeface="Paytone One"/>
              </a:rPr>
              <a:t>bảo</a:t>
            </a:r>
            <a:r>
              <a:rPr lang="en-US" sz="5000" b="1" spc="-54" dirty="0">
                <a:solidFill>
                  <a:schemeClr val="accent1">
                    <a:lumMod val="75000"/>
                  </a:schemeClr>
                </a:solidFill>
                <a:latin typeface="Paytone One"/>
                <a:ea typeface="Paytone One"/>
                <a:cs typeface="Paytone One"/>
                <a:sym typeface="Paytone One"/>
              </a:rPr>
              <a:t> </a:t>
            </a:r>
            <a:r>
              <a:rPr lang="en-US" sz="5000" b="1" spc="-54" dirty="0" err="1">
                <a:solidFill>
                  <a:schemeClr val="accent1">
                    <a:lumMod val="75000"/>
                  </a:schemeClr>
                </a:solidFill>
                <a:latin typeface="Paytone One"/>
                <a:ea typeface="Paytone One"/>
                <a:cs typeface="Paytone One"/>
                <a:sym typeface="Paytone One"/>
              </a:rPr>
              <a:t>chất</a:t>
            </a:r>
            <a:r>
              <a:rPr lang="en-US" sz="5000" b="1" spc="-54" dirty="0">
                <a:solidFill>
                  <a:schemeClr val="accent1">
                    <a:lumMod val="75000"/>
                  </a:schemeClr>
                </a:solidFill>
                <a:latin typeface="Paytone One"/>
                <a:ea typeface="Paytone One"/>
                <a:cs typeface="Paytone One"/>
                <a:sym typeface="Paytone One"/>
              </a:rPr>
              <a:t> </a:t>
            </a:r>
            <a:r>
              <a:rPr lang="en-US" sz="5000" b="1" spc="-54" dirty="0" err="1">
                <a:solidFill>
                  <a:schemeClr val="accent1">
                    <a:lumMod val="75000"/>
                  </a:schemeClr>
                </a:solidFill>
                <a:latin typeface="Paytone One"/>
                <a:ea typeface="Paytone One"/>
                <a:cs typeface="Paytone One"/>
                <a:sym typeface="Paytone One"/>
              </a:rPr>
              <a:t>lượng</a:t>
            </a:r>
            <a:r>
              <a:rPr lang="en-US" sz="5000" b="1" spc="-54" dirty="0">
                <a:solidFill>
                  <a:schemeClr val="accent1">
                    <a:lumMod val="75000"/>
                  </a:schemeClr>
                </a:solidFill>
                <a:latin typeface="Paytone One"/>
                <a:ea typeface="Paytone One"/>
                <a:cs typeface="Paytone One"/>
                <a:sym typeface="Paytone One"/>
              </a:rPr>
              <a:t> </a:t>
            </a:r>
            <a:r>
              <a:rPr lang="en-US" sz="5000" b="1" spc="-54" dirty="0" err="1">
                <a:solidFill>
                  <a:schemeClr val="accent1">
                    <a:lumMod val="75000"/>
                  </a:schemeClr>
                </a:solidFill>
                <a:latin typeface="Paytone One"/>
                <a:ea typeface="Paytone One"/>
                <a:cs typeface="Paytone One"/>
                <a:sym typeface="Paytone One"/>
              </a:rPr>
              <a:t>và</a:t>
            </a:r>
            <a:r>
              <a:rPr lang="en-US" sz="5000" b="1" spc="-54" dirty="0">
                <a:solidFill>
                  <a:schemeClr val="accent1">
                    <a:lumMod val="75000"/>
                  </a:schemeClr>
                </a:solidFill>
                <a:latin typeface="Paytone One"/>
                <a:ea typeface="Paytone One"/>
                <a:cs typeface="Paytone One"/>
                <a:sym typeface="Paytone One"/>
              </a:rPr>
              <a:t> </a:t>
            </a:r>
            <a:r>
              <a:rPr lang="en-US" sz="5000" b="1" spc="-54" dirty="0" err="1">
                <a:solidFill>
                  <a:schemeClr val="accent1">
                    <a:lumMod val="75000"/>
                  </a:schemeClr>
                </a:solidFill>
                <a:latin typeface="Paytone One"/>
                <a:ea typeface="Paytone One"/>
                <a:cs typeface="Paytone One"/>
                <a:sym typeface="Paytone One"/>
              </a:rPr>
              <a:t>kiểm</a:t>
            </a:r>
            <a:r>
              <a:rPr lang="en-US" sz="5000" b="1" spc="-54" dirty="0">
                <a:solidFill>
                  <a:schemeClr val="accent1">
                    <a:lumMod val="75000"/>
                  </a:schemeClr>
                </a:solidFill>
                <a:latin typeface="Paytone One"/>
                <a:ea typeface="Paytone One"/>
                <a:cs typeface="Paytone One"/>
                <a:sym typeface="Paytone One"/>
              </a:rPr>
              <a:t> </a:t>
            </a:r>
            <a:r>
              <a:rPr lang="en-US" sz="5000" b="1" spc="-54" dirty="0" err="1">
                <a:solidFill>
                  <a:schemeClr val="accent1">
                    <a:lumMod val="75000"/>
                  </a:schemeClr>
                </a:solidFill>
                <a:latin typeface="Paytone One"/>
                <a:ea typeface="Paytone One"/>
                <a:cs typeface="Paytone One"/>
                <a:sym typeface="Paytone One"/>
              </a:rPr>
              <a:t>thử</a:t>
            </a:r>
            <a:endParaRPr lang="en-US" sz="5000" b="1" spc="-54" dirty="0">
              <a:solidFill>
                <a:schemeClr val="accent1">
                  <a:lumMod val="75000"/>
                </a:schemeClr>
              </a:solidFill>
              <a:latin typeface="Paytone One"/>
              <a:ea typeface="Paytone One"/>
              <a:cs typeface="Paytone One"/>
              <a:sym typeface="Paytone One"/>
            </a:endParaRPr>
          </a:p>
          <a:p>
            <a:pPr algn="l">
              <a:lnSpc>
                <a:spcPts val="4245"/>
              </a:lnSpc>
            </a:pPr>
            <a:endParaRPr lang="en-US" sz="3032" spc="1125" dirty="0">
              <a:solidFill>
                <a:srgbClr val="000000"/>
              </a:solidFill>
              <a:latin typeface="Times New Roman" panose="02020603050405020304" pitchFamily="18" charset="0"/>
              <a:ea typeface="Montserrat"/>
              <a:cs typeface="Times New Roman" panose="02020603050405020304" pitchFamily="18" charset="0"/>
              <a:sym typeface="Montserrat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59711" y="2221038"/>
            <a:ext cx="17471431" cy="12069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314"/>
              </a:lnSpc>
            </a:pPr>
            <a:r>
              <a:rPr lang="en-US" sz="3500" b="1" dirty="0" err="1">
                <a:solidFill>
                  <a:srgbClr val="000000"/>
                </a:solidFill>
                <a:latin typeface="Agrandir Bold" panose="020B0604020202020204" charset="0"/>
                <a:ea typeface="Agrandir Bold"/>
                <a:cs typeface="Agrandir Bold"/>
                <a:sym typeface="Agrandir Bold"/>
              </a:rPr>
              <a:t>Đề</a:t>
            </a:r>
            <a:r>
              <a:rPr lang="en-US" sz="3500" b="1" dirty="0">
                <a:solidFill>
                  <a:srgbClr val="000000"/>
                </a:solidFill>
                <a:latin typeface="Agrandir Bold" panose="020B0604020202020204" charset="0"/>
                <a:ea typeface="Agrandir Bold"/>
                <a:cs typeface="Agrandir Bold"/>
                <a:sym typeface="Agrandir Bold"/>
              </a:rPr>
              <a:t> </a:t>
            </a:r>
            <a:r>
              <a:rPr lang="en-US" sz="3500" b="1" dirty="0" err="1">
                <a:solidFill>
                  <a:srgbClr val="000000"/>
                </a:solidFill>
                <a:latin typeface="Agrandir Bold" panose="020B0604020202020204" charset="0"/>
                <a:ea typeface="Agrandir Bold"/>
                <a:cs typeface="Agrandir Bold"/>
                <a:sym typeface="Agrandir Bold"/>
              </a:rPr>
              <a:t>tài</a:t>
            </a:r>
            <a:r>
              <a:rPr lang="en-US" sz="3500" b="1" dirty="0">
                <a:solidFill>
                  <a:srgbClr val="000000"/>
                </a:solidFill>
                <a:latin typeface="Agrandir Bold" panose="020B0604020202020204" charset="0"/>
                <a:ea typeface="Agrandir Bold"/>
                <a:cs typeface="Agrandir Bold"/>
                <a:sym typeface="Agrandir Bold"/>
              </a:rPr>
              <a:t>: </a:t>
            </a:r>
            <a:r>
              <a:rPr lang="en-US" sz="3500" i="0" dirty="0" err="1">
                <a:effectLst/>
                <a:latin typeface="Agrandir Bold" panose="020B0604020202020204" charset="0"/>
              </a:rPr>
              <a:t>Thiết</a:t>
            </a:r>
            <a:r>
              <a:rPr lang="en-US" sz="3500" i="0" dirty="0">
                <a:effectLst/>
                <a:latin typeface="Agrandir Bold" panose="020B0604020202020204" charset="0"/>
              </a:rPr>
              <a:t> </a:t>
            </a:r>
            <a:r>
              <a:rPr lang="en-US" sz="3500" i="0" dirty="0" err="1">
                <a:effectLst/>
                <a:latin typeface="Agrandir Bold" panose="020B0604020202020204" charset="0"/>
              </a:rPr>
              <a:t>lập</a:t>
            </a:r>
            <a:r>
              <a:rPr lang="en-US" sz="3500" i="0" dirty="0">
                <a:effectLst/>
                <a:latin typeface="Agrandir Bold" panose="020B0604020202020204" charset="0"/>
              </a:rPr>
              <a:t> CI pipeline </a:t>
            </a:r>
            <a:r>
              <a:rPr lang="en-US" sz="3500" i="0" dirty="0" err="1">
                <a:effectLst/>
                <a:latin typeface="Agrandir Bold" panose="020B0604020202020204" charset="0"/>
              </a:rPr>
              <a:t>chạy</a:t>
            </a:r>
            <a:r>
              <a:rPr lang="en-US" sz="3500" i="0" dirty="0">
                <a:effectLst/>
                <a:latin typeface="Agrandir Bold" panose="020B0604020202020204" charset="0"/>
              </a:rPr>
              <a:t> unit test + integration test + report </a:t>
            </a:r>
            <a:r>
              <a:rPr lang="en-US" sz="3500" i="0" dirty="0" err="1">
                <a:effectLst/>
                <a:latin typeface="Agrandir Bold" panose="020B0604020202020204" charset="0"/>
              </a:rPr>
              <a:t>tự</a:t>
            </a:r>
            <a:r>
              <a:rPr lang="en-US" sz="3500" i="0" dirty="0">
                <a:effectLst/>
                <a:latin typeface="Agrandir Bold" panose="020B0604020202020204" charset="0"/>
              </a:rPr>
              <a:t> </a:t>
            </a:r>
            <a:r>
              <a:rPr lang="en-US" sz="3500" i="0" dirty="0" err="1">
                <a:effectLst/>
                <a:latin typeface="Agrandir Bold" panose="020B0604020202020204" charset="0"/>
              </a:rPr>
              <a:t>động</a:t>
            </a:r>
            <a:r>
              <a:rPr lang="en-US" sz="3500" i="0" dirty="0">
                <a:effectLst/>
                <a:latin typeface="Agrandir Bold" panose="020B0604020202020204" charset="0"/>
              </a:rPr>
              <a:t>.</a:t>
            </a:r>
            <a:endParaRPr lang="en-US" sz="3500" b="1" dirty="0">
              <a:solidFill>
                <a:srgbClr val="000000"/>
              </a:solidFill>
              <a:latin typeface="Agrandir Bold" panose="020B0604020202020204" charset="0"/>
              <a:ea typeface="Agrandir Bold"/>
              <a:cs typeface="Agrandir Bold"/>
              <a:sym typeface="Agrandir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765456" y="6982320"/>
            <a:ext cx="2626296" cy="464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7"/>
              </a:lnSpc>
            </a:pPr>
            <a:r>
              <a:rPr lang="en-US" sz="2726" spc="215" dirty="0">
                <a:solidFill>
                  <a:srgbClr val="E4E4E4"/>
                </a:solidFill>
                <a:latin typeface="Montserrat"/>
                <a:ea typeface="Montserrat"/>
                <a:cs typeface="Montserrat"/>
                <a:sym typeface="Montserrat"/>
              </a:rPr>
              <a:t>JUILLET 2025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787757" y="6982320"/>
            <a:ext cx="2512368" cy="464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7"/>
              </a:lnSpc>
            </a:pPr>
            <a:r>
              <a:rPr lang="en-US" sz="2726" spc="215" dirty="0">
                <a:solidFill>
                  <a:srgbClr val="E4E4E4"/>
                </a:solidFill>
                <a:latin typeface="Montserrat"/>
                <a:ea typeface="Montserrat"/>
                <a:cs typeface="Montserrat"/>
                <a:sym typeface="Montserrat"/>
              </a:rPr>
              <a:t>NTREPRISE</a:t>
            </a:r>
          </a:p>
        </p:txBody>
      </p:sp>
      <p:sp>
        <p:nvSpPr>
          <p:cNvPr id="21" name="TextBox 18">
            <a:extLst>
              <a:ext uri="{FF2B5EF4-FFF2-40B4-BE49-F238E27FC236}">
                <a16:creationId xmlns:a16="http://schemas.microsoft.com/office/drawing/2014/main" id="{EF4910D6-2445-4377-A292-2579273DB7AF}"/>
              </a:ext>
            </a:extLst>
          </p:cNvPr>
          <p:cNvSpPr txBox="1"/>
          <p:nvPr/>
        </p:nvSpPr>
        <p:spPr>
          <a:xfrm>
            <a:off x="5028221" y="3780740"/>
            <a:ext cx="8800746" cy="41056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314"/>
              </a:lnSpc>
            </a:pPr>
            <a:r>
              <a:rPr lang="en-US" sz="3500" b="1" dirty="0">
                <a:solidFill>
                  <a:srgbClr val="000000"/>
                </a:solidFill>
                <a:latin typeface="Agrandir Bold" panose="020B0604020202020204" charset="0"/>
                <a:ea typeface="Agrandir Bold"/>
                <a:cs typeface="Agrandir Bold"/>
                <a:sym typeface="Agrandir Bold"/>
              </a:rPr>
              <a:t>GVHD: </a:t>
            </a:r>
            <a:r>
              <a:rPr lang="en-US" sz="3500" b="1" dirty="0" err="1">
                <a:solidFill>
                  <a:srgbClr val="000000"/>
                </a:solidFill>
                <a:latin typeface="Agrandir Bold" panose="020B0604020202020204" charset="0"/>
                <a:ea typeface="Agrandir Bold"/>
                <a:cs typeface="Agrandir Bold"/>
                <a:sym typeface="Agrandir Bold"/>
              </a:rPr>
              <a:t>ThS</a:t>
            </a:r>
            <a:r>
              <a:rPr lang="en-US" sz="3500" b="1">
                <a:solidFill>
                  <a:srgbClr val="000000"/>
                </a:solidFill>
                <a:latin typeface="Agrandir Bold" panose="020B0604020202020204" charset="0"/>
                <a:ea typeface="Agrandir Bold"/>
                <a:cs typeface="Agrandir Bold"/>
                <a:sym typeface="Agrandir Bold"/>
              </a:rPr>
              <a:t>. Phạm</a:t>
            </a:r>
            <a:r>
              <a:rPr lang="en-US" sz="3500" b="1" dirty="0">
                <a:solidFill>
                  <a:srgbClr val="000000"/>
                </a:solidFill>
                <a:latin typeface="Agrandir Bold" panose="020B0604020202020204" charset="0"/>
                <a:ea typeface="Agrandir Bold"/>
                <a:cs typeface="Agrandir Bold"/>
                <a:sym typeface="Agrandir Bold"/>
              </a:rPr>
              <a:t> </a:t>
            </a:r>
            <a:r>
              <a:rPr lang="en-US" sz="3500" b="1" dirty="0" err="1">
                <a:solidFill>
                  <a:srgbClr val="000000"/>
                </a:solidFill>
                <a:latin typeface="Agrandir Bold" panose="020B0604020202020204" charset="0"/>
                <a:ea typeface="Agrandir Bold"/>
                <a:cs typeface="Agrandir Bold"/>
                <a:sym typeface="Agrandir Bold"/>
              </a:rPr>
              <a:t>Trọng</a:t>
            </a:r>
            <a:r>
              <a:rPr lang="en-US" sz="3500" b="1" dirty="0">
                <a:solidFill>
                  <a:srgbClr val="000000"/>
                </a:solidFill>
                <a:latin typeface="Agrandir Bold" panose="020B0604020202020204" charset="0"/>
                <a:ea typeface="Agrandir Bold"/>
                <a:cs typeface="Agrandir Bold"/>
                <a:sym typeface="Agrandir Bold"/>
              </a:rPr>
              <a:t> Huynh</a:t>
            </a:r>
          </a:p>
          <a:p>
            <a:pPr algn="l">
              <a:lnSpc>
                <a:spcPts val="11314"/>
              </a:lnSpc>
            </a:pPr>
            <a:r>
              <a:rPr lang="en-US" sz="3500" b="1" dirty="0" err="1">
                <a:solidFill>
                  <a:srgbClr val="000000"/>
                </a:solidFill>
                <a:latin typeface="Agrandir Bold" panose="020B0604020202020204" charset="0"/>
                <a:ea typeface="Agrandir Bold"/>
                <a:cs typeface="Agrandir Bold"/>
                <a:sym typeface="Agrandir Bold"/>
              </a:rPr>
              <a:t>Sinh</a:t>
            </a:r>
            <a:r>
              <a:rPr lang="en-US" sz="3500" b="1" dirty="0">
                <a:solidFill>
                  <a:srgbClr val="000000"/>
                </a:solidFill>
                <a:latin typeface="Agrandir Bold" panose="020B0604020202020204" charset="0"/>
                <a:ea typeface="Agrandir Bold"/>
                <a:cs typeface="Agrandir Bold"/>
                <a:sym typeface="Agrandir Bold"/>
              </a:rPr>
              <a:t> </a:t>
            </a:r>
            <a:r>
              <a:rPr lang="en-US" sz="3500" b="1" dirty="0" err="1">
                <a:solidFill>
                  <a:srgbClr val="000000"/>
                </a:solidFill>
                <a:latin typeface="Agrandir Bold" panose="020B0604020202020204" charset="0"/>
                <a:ea typeface="Agrandir Bold"/>
                <a:cs typeface="Agrandir Bold"/>
                <a:sym typeface="Agrandir Bold"/>
              </a:rPr>
              <a:t>viên</a:t>
            </a:r>
            <a:r>
              <a:rPr lang="en-US" sz="3500" b="1" dirty="0">
                <a:solidFill>
                  <a:srgbClr val="000000"/>
                </a:solidFill>
                <a:latin typeface="Agrandir Bold" panose="020B0604020202020204" charset="0"/>
                <a:ea typeface="Agrandir Bold"/>
                <a:cs typeface="Agrandir Bold"/>
                <a:sym typeface="Agrandir Bold"/>
              </a:rPr>
              <a:t> </a:t>
            </a:r>
            <a:r>
              <a:rPr lang="en-US" sz="3500" b="1" dirty="0" err="1">
                <a:solidFill>
                  <a:srgbClr val="000000"/>
                </a:solidFill>
                <a:latin typeface="Agrandir Bold" panose="020B0604020202020204" charset="0"/>
                <a:ea typeface="Agrandir Bold"/>
                <a:cs typeface="Agrandir Bold"/>
                <a:sym typeface="Agrandir Bold"/>
              </a:rPr>
              <a:t>thực</a:t>
            </a:r>
            <a:r>
              <a:rPr lang="en-US" sz="3500" b="1" dirty="0">
                <a:solidFill>
                  <a:srgbClr val="000000"/>
                </a:solidFill>
                <a:latin typeface="Agrandir Bold" panose="020B0604020202020204" charset="0"/>
                <a:ea typeface="Agrandir Bold"/>
                <a:cs typeface="Agrandir Bold"/>
                <a:sym typeface="Agrandir Bold"/>
              </a:rPr>
              <a:t> </a:t>
            </a:r>
            <a:r>
              <a:rPr lang="en-US" sz="3500" b="1" dirty="0" err="1">
                <a:solidFill>
                  <a:srgbClr val="000000"/>
                </a:solidFill>
                <a:latin typeface="Agrandir Bold" panose="020B0604020202020204" charset="0"/>
                <a:ea typeface="Agrandir Bold"/>
                <a:cs typeface="Agrandir Bold"/>
                <a:sym typeface="Agrandir Bold"/>
              </a:rPr>
              <a:t>hiện</a:t>
            </a:r>
            <a:r>
              <a:rPr lang="en-US" sz="3500" b="1" dirty="0">
                <a:solidFill>
                  <a:srgbClr val="000000"/>
                </a:solidFill>
                <a:latin typeface="Agrandir Bold" panose="020B0604020202020204" charset="0"/>
                <a:ea typeface="Agrandir Bold"/>
                <a:cs typeface="Agrandir Bold"/>
                <a:sym typeface="Agrandir Bold"/>
              </a:rPr>
              <a:t>: </a:t>
            </a:r>
            <a:r>
              <a:rPr lang="en-US" sz="3500" b="1" dirty="0" err="1">
                <a:solidFill>
                  <a:srgbClr val="000000"/>
                </a:solidFill>
                <a:latin typeface="Agrandir Bold" panose="020B0604020202020204" charset="0"/>
                <a:ea typeface="Agrandir Bold"/>
                <a:cs typeface="Agrandir Bold"/>
                <a:sym typeface="Agrandir Bold"/>
              </a:rPr>
              <a:t>Đặng</a:t>
            </a:r>
            <a:r>
              <a:rPr lang="en-US" sz="3500" b="1" dirty="0">
                <a:solidFill>
                  <a:srgbClr val="000000"/>
                </a:solidFill>
                <a:latin typeface="Agrandir Bold" panose="020B0604020202020204" charset="0"/>
                <a:ea typeface="Agrandir Bold"/>
                <a:cs typeface="Agrandir Bold"/>
                <a:sym typeface="Agrandir Bold"/>
              </a:rPr>
              <a:t> </a:t>
            </a:r>
            <a:r>
              <a:rPr lang="en-US" sz="3500" b="1" dirty="0" err="1">
                <a:solidFill>
                  <a:srgbClr val="000000"/>
                </a:solidFill>
                <a:latin typeface="Agrandir Bold" panose="020B0604020202020204" charset="0"/>
                <a:ea typeface="Agrandir Bold"/>
                <a:cs typeface="Agrandir Bold"/>
                <a:sym typeface="Agrandir Bold"/>
              </a:rPr>
              <a:t>Văn</a:t>
            </a:r>
            <a:r>
              <a:rPr lang="en-US" sz="3500" b="1" dirty="0">
                <a:solidFill>
                  <a:srgbClr val="000000"/>
                </a:solidFill>
                <a:latin typeface="Agrandir Bold" panose="020B0604020202020204" charset="0"/>
                <a:ea typeface="Agrandir Bold"/>
                <a:cs typeface="Agrandir Bold"/>
                <a:sym typeface="Agrandir Bold"/>
              </a:rPr>
              <a:t> Khoa</a:t>
            </a:r>
            <a:br>
              <a:rPr lang="en-US" sz="3500" b="1" dirty="0">
                <a:solidFill>
                  <a:srgbClr val="000000"/>
                </a:solidFill>
                <a:latin typeface="Agrandir Bold" panose="020B0604020202020204" charset="0"/>
                <a:ea typeface="Agrandir Bold"/>
                <a:cs typeface="Agrandir Bold"/>
                <a:sym typeface="Agrandir Bold"/>
              </a:rPr>
            </a:br>
            <a:r>
              <a:rPr lang="en-US" sz="3500" b="1" dirty="0">
                <a:solidFill>
                  <a:srgbClr val="000000"/>
                </a:solidFill>
                <a:latin typeface="Agrandir Bold" panose="020B0604020202020204" charset="0"/>
                <a:ea typeface="Agrandir Bold"/>
                <a:cs typeface="Agrandir Bold"/>
                <a:sym typeface="Agrandir Bold"/>
              </a:rPr>
              <a:t>MSSV: 1150080058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7597952">
            <a:off x="-4107256" y="-1270346"/>
            <a:ext cx="8214512" cy="4752536"/>
            <a:chOff x="0" y="0"/>
            <a:chExt cx="2053966" cy="1188329"/>
          </a:xfrm>
        </p:grpSpPr>
        <p:sp>
          <p:nvSpPr>
            <p:cNvPr id="3" name="Freeform 3"/>
            <p:cNvSpPr/>
            <p:nvPr/>
          </p:nvSpPr>
          <p:spPr>
            <a:xfrm rot="-5400000">
              <a:off x="432818" y="-432818"/>
              <a:ext cx="1188329" cy="2053966"/>
            </a:xfrm>
            <a:custGeom>
              <a:avLst/>
              <a:gdLst/>
              <a:ahLst/>
              <a:cxnLst/>
              <a:rect l="l" t="t" r="r" b="b"/>
              <a:pathLst>
                <a:path w="1188329" h="2053966">
                  <a:moveTo>
                    <a:pt x="1188330" y="51836"/>
                  </a:moveTo>
                  <a:lnTo>
                    <a:pt x="1188330" y="2002130"/>
                  </a:lnTo>
                  <a:cubicBezTo>
                    <a:pt x="1188330" y="2030758"/>
                    <a:pt x="1165122" y="2053966"/>
                    <a:pt x="1136494" y="2053966"/>
                  </a:cubicBezTo>
                  <a:lnTo>
                    <a:pt x="51836" y="2053966"/>
                  </a:lnTo>
                  <a:cubicBezTo>
                    <a:pt x="23208" y="2053966"/>
                    <a:pt x="0" y="2030758"/>
                    <a:pt x="0" y="2002130"/>
                  </a:cubicBezTo>
                  <a:lnTo>
                    <a:pt x="0" y="51836"/>
                  </a:lnTo>
                  <a:cubicBezTo>
                    <a:pt x="0" y="23207"/>
                    <a:pt x="23208" y="0"/>
                    <a:pt x="51836" y="0"/>
                  </a:cubicBezTo>
                  <a:lnTo>
                    <a:pt x="1136494" y="0"/>
                  </a:lnTo>
                  <a:cubicBezTo>
                    <a:pt x="1165122" y="0"/>
                    <a:pt x="1188330" y="23207"/>
                    <a:pt x="1188330" y="51836"/>
                  </a:cubicBezTo>
                  <a:close/>
                </a:path>
              </a:pathLst>
            </a:custGeom>
            <a:blipFill>
              <a:blip r:embed="rId2"/>
              <a:stretch>
                <a:fillRect r="-53454" b="-6615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9962685" y="5405231"/>
            <a:ext cx="3451807" cy="4195062"/>
            <a:chOff x="0" y="0"/>
            <a:chExt cx="1271201" cy="15449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71201" cy="1544921"/>
            </a:xfrm>
            <a:custGeom>
              <a:avLst/>
              <a:gdLst/>
              <a:ahLst/>
              <a:cxnLst/>
              <a:rect l="l" t="t" r="r" b="b"/>
              <a:pathLst>
                <a:path w="1271201" h="1544921">
                  <a:moveTo>
                    <a:pt x="114386" y="0"/>
                  </a:moveTo>
                  <a:lnTo>
                    <a:pt x="1156815" y="0"/>
                  </a:lnTo>
                  <a:cubicBezTo>
                    <a:pt x="1187152" y="0"/>
                    <a:pt x="1216247" y="12051"/>
                    <a:pt x="1237698" y="33503"/>
                  </a:cubicBezTo>
                  <a:cubicBezTo>
                    <a:pt x="1259150" y="54954"/>
                    <a:pt x="1271201" y="84049"/>
                    <a:pt x="1271201" y="114386"/>
                  </a:cubicBezTo>
                  <a:lnTo>
                    <a:pt x="1271201" y="1430535"/>
                  </a:lnTo>
                  <a:cubicBezTo>
                    <a:pt x="1271201" y="1460872"/>
                    <a:pt x="1259150" y="1489966"/>
                    <a:pt x="1237698" y="1511418"/>
                  </a:cubicBezTo>
                  <a:cubicBezTo>
                    <a:pt x="1216247" y="1532869"/>
                    <a:pt x="1187152" y="1544921"/>
                    <a:pt x="1156815" y="1544921"/>
                  </a:cubicBezTo>
                  <a:lnTo>
                    <a:pt x="114386" y="1544921"/>
                  </a:lnTo>
                  <a:cubicBezTo>
                    <a:pt x="84049" y="1544921"/>
                    <a:pt x="54954" y="1532869"/>
                    <a:pt x="33503" y="1511418"/>
                  </a:cubicBezTo>
                  <a:cubicBezTo>
                    <a:pt x="12051" y="1489966"/>
                    <a:pt x="0" y="1460872"/>
                    <a:pt x="0" y="1430535"/>
                  </a:cubicBezTo>
                  <a:lnTo>
                    <a:pt x="0" y="114386"/>
                  </a:lnTo>
                  <a:cubicBezTo>
                    <a:pt x="0" y="84049"/>
                    <a:pt x="12051" y="54954"/>
                    <a:pt x="33503" y="33503"/>
                  </a:cubicBezTo>
                  <a:cubicBezTo>
                    <a:pt x="54954" y="12051"/>
                    <a:pt x="84049" y="0"/>
                    <a:pt x="114386" y="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271201" cy="15830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031022" y="1028700"/>
            <a:ext cx="3399536" cy="4114800"/>
            <a:chOff x="0" y="0"/>
            <a:chExt cx="1251951" cy="151536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51951" cy="1515362"/>
            </a:xfrm>
            <a:custGeom>
              <a:avLst/>
              <a:gdLst/>
              <a:ahLst/>
              <a:cxnLst/>
              <a:rect l="l" t="t" r="r" b="b"/>
              <a:pathLst>
                <a:path w="1251951" h="1515362">
                  <a:moveTo>
                    <a:pt x="116145" y="0"/>
                  </a:moveTo>
                  <a:lnTo>
                    <a:pt x="1135807" y="0"/>
                  </a:lnTo>
                  <a:cubicBezTo>
                    <a:pt x="1199952" y="0"/>
                    <a:pt x="1251951" y="52000"/>
                    <a:pt x="1251951" y="116145"/>
                  </a:cubicBezTo>
                  <a:lnTo>
                    <a:pt x="1251951" y="1399218"/>
                  </a:lnTo>
                  <a:cubicBezTo>
                    <a:pt x="1251951" y="1463363"/>
                    <a:pt x="1199952" y="1515362"/>
                    <a:pt x="1135807" y="1515362"/>
                  </a:cubicBezTo>
                  <a:lnTo>
                    <a:pt x="116145" y="1515362"/>
                  </a:lnTo>
                  <a:cubicBezTo>
                    <a:pt x="52000" y="1515362"/>
                    <a:pt x="0" y="1463363"/>
                    <a:pt x="0" y="1399218"/>
                  </a:cubicBezTo>
                  <a:lnTo>
                    <a:pt x="0" y="116145"/>
                  </a:lnTo>
                  <a:cubicBezTo>
                    <a:pt x="0" y="52000"/>
                    <a:pt x="52000" y="0"/>
                    <a:pt x="116145" y="0"/>
                  </a:cubicBezTo>
                  <a:close/>
                </a:path>
              </a:pathLst>
            </a:custGeom>
            <a:solidFill>
              <a:srgbClr val="F4F4F4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251951" cy="15534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152486" y="1161141"/>
            <a:ext cx="3103358" cy="3854037"/>
            <a:chOff x="0" y="0"/>
            <a:chExt cx="1142877" cy="141933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42877" cy="1419331"/>
            </a:xfrm>
            <a:custGeom>
              <a:avLst/>
              <a:gdLst/>
              <a:ahLst/>
              <a:cxnLst/>
              <a:rect l="l" t="t" r="r" b="b"/>
              <a:pathLst>
                <a:path w="1142877" h="1419331">
                  <a:moveTo>
                    <a:pt x="127229" y="0"/>
                  </a:moveTo>
                  <a:lnTo>
                    <a:pt x="1015648" y="0"/>
                  </a:lnTo>
                  <a:cubicBezTo>
                    <a:pt x="1049391" y="0"/>
                    <a:pt x="1081753" y="13404"/>
                    <a:pt x="1105613" y="37265"/>
                  </a:cubicBezTo>
                  <a:cubicBezTo>
                    <a:pt x="1129473" y="61125"/>
                    <a:pt x="1142877" y="93486"/>
                    <a:pt x="1142877" y="127229"/>
                  </a:cubicBezTo>
                  <a:lnTo>
                    <a:pt x="1142877" y="1292102"/>
                  </a:lnTo>
                  <a:cubicBezTo>
                    <a:pt x="1142877" y="1325845"/>
                    <a:pt x="1129473" y="1358206"/>
                    <a:pt x="1105613" y="1382066"/>
                  </a:cubicBezTo>
                  <a:cubicBezTo>
                    <a:pt x="1081753" y="1405926"/>
                    <a:pt x="1049391" y="1419331"/>
                    <a:pt x="1015648" y="1419331"/>
                  </a:cubicBezTo>
                  <a:lnTo>
                    <a:pt x="127229" y="1419331"/>
                  </a:lnTo>
                  <a:cubicBezTo>
                    <a:pt x="93486" y="1419331"/>
                    <a:pt x="61125" y="1405926"/>
                    <a:pt x="37265" y="1382066"/>
                  </a:cubicBezTo>
                  <a:cubicBezTo>
                    <a:pt x="13404" y="1358206"/>
                    <a:pt x="0" y="1325845"/>
                    <a:pt x="0" y="1292102"/>
                  </a:cubicBezTo>
                  <a:lnTo>
                    <a:pt x="0" y="127229"/>
                  </a:lnTo>
                  <a:cubicBezTo>
                    <a:pt x="0" y="93486"/>
                    <a:pt x="13404" y="61125"/>
                    <a:pt x="37265" y="37265"/>
                  </a:cubicBezTo>
                  <a:cubicBezTo>
                    <a:pt x="61125" y="13404"/>
                    <a:pt x="93486" y="0"/>
                    <a:pt x="127229" y="0"/>
                  </a:cubicBezTo>
                  <a:close/>
                </a:path>
              </a:pathLst>
            </a:custGeom>
            <a:solidFill>
              <a:srgbClr val="E28588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142877" cy="14574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668000" y="5540321"/>
            <a:ext cx="2581792" cy="3922540"/>
            <a:chOff x="0" y="0"/>
            <a:chExt cx="1142877" cy="144455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42877" cy="1444559"/>
            </a:xfrm>
            <a:custGeom>
              <a:avLst/>
              <a:gdLst/>
              <a:ahLst/>
              <a:cxnLst/>
              <a:rect l="l" t="t" r="r" b="b"/>
              <a:pathLst>
                <a:path w="1142877" h="1444559">
                  <a:moveTo>
                    <a:pt x="127229" y="0"/>
                  </a:moveTo>
                  <a:lnTo>
                    <a:pt x="1015648" y="0"/>
                  </a:lnTo>
                  <a:cubicBezTo>
                    <a:pt x="1049391" y="0"/>
                    <a:pt x="1081753" y="13404"/>
                    <a:pt x="1105613" y="37265"/>
                  </a:cubicBezTo>
                  <a:cubicBezTo>
                    <a:pt x="1129473" y="61125"/>
                    <a:pt x="1142877" y="93486"/>
                    <a:pt x="1142877" y="127229"/>
                  </a:cubicBezTo>
                  <a:lnTo>
                    <a:pt x="1142877" y="1317329"/>
                  </a:lnTo>
                  <a:cubicBezTo>
                    <a:pt x="1142877" y="1351073"/>
                    <a:pt x="1129473" y="1383434"/>
                    <a:pt x="1105613" y="1407294"/>
                  </a:cubicBezTo>
                  <a:cubicBezTo>
                    <a:pt x="1081753" y="1431154"/>
                    <a:pt x="1049391" y="1444559"/>
                    <a:pt x="1015648" y="1444559"/>
                  </a:cubicBezTo>
                  <a:lnTo>
                    <a:pt x="127229" y="1444559"/>
                  </a:lnTo>
                  <a:cubicBezTo>
                    <a:pt x="93486" y="1444559"/>
                    <a:pt x="61125" y="1431154"/>
                    <a:pt x="37265" y="1407294"/>
                  </a:cubicBezTo>
                  <a:cubicBezTo>
                    <a:pt x="13404" y="1383434"/>
                    <a:pt x="0" y="1351073"/>
                    <a:pt x="0" y="1317329"/>
                  </a:cubicBezTo>
                  <a:lnTo>
                    <a:pt x="0" y="127229"/>
                  </a:lnTo>
                  <a:cubicBezTo>
                    <a:pt x="0" y="93486"/>
                    <a:pt x="13404" y="61125"/>
                    <a:pt x="37265" y="37265"/>
                  </a:cubicBezTo>
                  <a:cubicBezTo>
                    <a:pt x="61125" y="13404"/>
                    <a:pt x="93486" y="0"/>
                    <a:pt x="127229" y="0"/>
                  </a:cubicBezTo>
                  <a:close/>
                </a:path>
              </a:pathLst>
            </a:custGeom>
            <a:solidFill>
              <a:srgbClr val="E7C3D2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142877" cy="14826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 rot="21416738">
            <a:off x="1876490" y="3906911"/>
            <a:ext cx="5283441" cy="11884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grpSp>
        <p:nvGrpSpPr>
          <p:cNvPr id="37" name="Group 37"/>
          <p:cNvGrpSpPr/>
          <p:nvPr/>
        </p:nvGrpSpPr>
        <p:grpSpPr>
          <a:xfrm rot="-5400000">
            <a:off x="748977" y="8665275"/>
            <a:ext cx="935018" cy="935018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0" name="Freeform 40"/>
          <p:cNvSpPr/>
          <p:nvPr/>
        </p:nvSpPr>
        <p:spPr>
          <a:xfrm>
            <a:off x="1005966" y="8922264"/>
            <a:ext cx="421040" cy="421040"/>
          </a:xfrm>
          <a:custGeom>
            <a:avLst/>
            <a:gdLst/>
            <a:ahLst/>
            <a:cxnLst/>
            <a:rect l="l" t="t" r="r" b="b"/>
            <a:pathLst>
              <a:path w="421040" h="421040">
                <a:moveTo>
                  <a:pt x="0" y="0"/>
                </a:moveTo>
                <a:lnTo>
                  <a:pt x="421040" y="0"/>
                </a:lnTo>
                <a:lnTo>
                  <a:pt x="421040" y="421040"/>
                </a:lnTo>
                <a:lnTo>
                  <a:pt x="0" y="4210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1" name="TextBox 6">
            <a:extLst>
              <a:ext uri="{FF2B5EF4-FFF2-40B4-BE49-F238E27FC236}">
                <a16:creationId xmlns:a16="http://schemas.microsoft.com/office/drawing/2014/main" id="{CAED6267-2E3D-4BAD-850D-EE096993AEDE}"/>
              </a:ext>
            </a:extLst>
          </p:cNvPr>
          <p:cNvSpPr txBox="1"/>
          <p:nvPr/>
        </p:nvSpPr>
        <p:spPr>
          <a:xfrm>
            <a:off x="1755892" y="1333500"/>
            <a:ext cx="11658600" cy="72895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63"/>
              </a:lnSpc>
            </a:pPr>
            <a:r>
              <a:rPr lang="en-US" sz="4473" dirty="0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1.Giới </a:t>
            </a:r>
            <a:r>
              <a:rPr lang="en-US" sz="4473" dirty="0" err="1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thiệu</a:t>
            </a:r>
            <a:endParaRPr lang="en-US" sz="4473" dirty="0">
              <a:solidFill>
                <a:srgbClr val="2D446E"/>
              </a:solidFill>
              <a:latin typeface="Paytone One"/>
              <a:ea typeface="Paytone One"/>
              <a:cs typeface="Paytone One"/>
              <a:sym typeface="Paytone One"/>
            </a:endParaRPr>
          </a:p>
          <a:p>
            <a:pPr algn="l">
              <a:lnSpc>
                <a:spcPts val="6263"/>
              </a:lnSpc>
            </a:pPr>
            <a:r>
              <a:rPr lang="en-US" sz="4473" dirty="0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2.Phân </a:t>
            </a:r>
            <a:r>
              <a:rPr lang="en-US" sz="4473" dirty="0" err="1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tích</a:t>
            </a:r>
            <a:r>
              <a:rPr lang="en-US" sz="4473" dirty="0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 </a:t>
            </a:r>
            <a:r>
              <a:rPr lang="en-US" sz="4473" dirty="0" err="1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hệ</a:t>
            </a:r>
            <a:r>
              <a:rPr lang="en-US" sz="4473" dirty="0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 </a:t>
            </a:r>
            <a:r>
              <a:rPr lang="en-US" sz="4473" dirty="0" err="1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thông</a:t>
            </a:r>
            <a:r>
              <a:rPr lang="en-US" sz="4473" dirty="0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 </a:t>
            </a:r>
            <a:r>
              <a:rPr lang="en-US" sz="4473" dirty="0" err="1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và</a:t>
            </a:r>
            <a:r>
              <a:rPr lang="en-US" sz="4473" dirty="0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 </a:t>
            </a:r>
            <a:r>
              <a:rPr lang="en-US" sz="4473" dirty="0" err="1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Kế</a:t>
            </a:r>
            <a:r>
              <a:rPr lang="en-US" sz="4473" dirty="0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 </a:t>
            </a:r>
            <a:r>
              <a:rPr lang="en-US" sz="4473" dirty="0" err="1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hoạch</a:t>
            </a:r>
            <a:r>
              <a:rPr lang="en-US" sz="4473" dirty="0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 </a:t>
            </a:r>
            <a:r>
              <a:rPr lang="en-US" sz="4473" dirty="0" err="1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kiểm</a:t>
            </a:r>
            <a:r>
              <a:rPr lang="en-US" sz="4473" dirty="0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 </a:t>
            </a:r>
            <a:r>
              <a:rPr lang="en-US" sz="4473" dirty="0" err="1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thử</a:t>
            </a:r>
            <a:endParaRPr lang="en-US" sz="4473" dirty="0">
              <a:solidFill>
                <a:srgbClr val="2D446E"/>
              </a:solidFill>
              <a:latin typeface="Paytone One"/>
              <a:ea typeface="Paytone One"/>
              <a:cs typeface="Paytone One"/>
              <a:sym typeface="Paytone One"/>
            </a:endParaRPr>
          </a:p>
          <a:p>
            <a:pPr algn="l">
              <a:lnSpc>
                <a:spcPts val="7000"/>
              </a:lnSpc>
            </a:pPr>
            <a:r>
              <a:rPr lang="en-US" sz="5000" dirty="0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3.Kế </a:t>
            </a:r>
            <a:r>
              <a:rPr lang="en-US" sz="5000" dirty="0" err="1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hoạch</a:t>
            </a:r>
            <a:r>
              <a:rPr lang="en-US" sz="5000" dirty="0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 </a:t>
            </a:r>
            <a:r>
              <a:rPr lang="en-US" sz="5000" dirty="0" err="1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kiểm</a:t>
            </a:r>
            <a:r>
              <a:rPr lang="en-US" sz="5000" dirty="0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 </a:t>
            </a:r>
            <a:r>
              <a:rPr lang="en-US" sz="5000" dirty="0" err="1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thử</a:t>
            </a:r>
            <a:endParaRPr lang="en-US" sz="4473" dirty="0">
              <a:solidFill>
                <a:srgbClr val="2D446E"/>
              </a:solidFill>
              <a:latin typeface="Paytone One"/>
              <a:ea typeface="Paytone One"/>
              <a:cs typeface="Paytone One"/>
              <a:sym typeface="Paytone One"/>
            </a:endParaRPr>
          </a:p>
          <a:p>
            <a:pPr algn="l">
              <a:lnSpc>
                <a:spcPts val="6263"/>
              </a:lnSpc>
            </a:pPr>
            <a:r>
              <a:rPr lang="en-US" sz="4473" dirty="0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4.Thiết </a:t>
            </a:r>
            <a:r>
              <a:rPr lang="en-US" sz="4473" dirty="0" err="1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kế</a:t>
            </a:r>
            <a:r>
              <a:rPr lang="en-US" sz="4473" dirty="0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 ca </a:t>
            </a:r>
            <a:r>
              <a:rPr lang="en-US" sz="4473" dirty="0" err="1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kiểm</a:t>
            </a:r>
            <a:r>
              <a:rPr lang="en-US" sz="4473" dirty="0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 </a:t>
            </a:r>
            <a:r>
              <a:rPr lang="en-US" sz="4473" dirty="0" err="1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thử</a:t>
            </a:r>
            <a:endParaRPr lang="en-US" sz="4473" dirty="0">
              <a:solidFill>
                <a:srgbClr val="2D446E"/>
              </a:solidFill>
              <a:latin typeface="Paytone One"/>
              <a:ea typeface="Paytone One"/>
              <a:cs typeface="Paytone One"/>
              <a:sym typeface="Paytone One"/>
            </a:endParaRPr>
          </a:p>
          <a:p>
            <a:pPr algn="l">
              <a:lnSpc>
                <a:spcPts val="6263"/>
              </a:lnSpc>
            </a:pPr>
            <a:r>
              <a:rPr lang="en-US" sz="4473" dirty="0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5 </a:t>
            </a:r>
            <a:r>
              <a:rPr lang="en-US" sz="4473" dirty="0" err="1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Thực</a:t>
            </a:r>
            <a:r>
              <a:rPr lang="en-US" sz="4473" dirty="0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 </a:t>
            </a:r>
            <a:r>
              <a:rPr lang="en-US" sz="4473" dirty="0" err="1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thi</a:t>
            </a:r>
            <a:r>
              <a:rPr lang="en-US" sz="4473" dirty="0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 </a:t>
            </a:r>
            <a:r>
              <a:rPr lang="en-US" sz="4473" dirty="0" err="1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kiểm</a:t>
            </a:r>
            <a:r>
              <a:rPr lang="en-US" sz="4473" dirty="0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 </a:t>
            </a:r>
            <a:r>
              <a:rPr lang="en-US" sz="4473" dirty="0" err="1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thử</a:t>
            </a:r>
            <a:endParaRPr lang="en-US" sz="4473" dirty="0">
              <a:solidFill>
                <a:srgbClr val="2D446E"/>
              </a:solidFill>
              <a:latin typeface="Paytone One"/>
              <a:ea typeface="Paytone One"/>
              <a:cs typeface="Paytone One"/>
              <a:sym typeface="Paytone One"/>
            </a:endParaRPr>
          </a:p>
          <a:p>
            <a:pPr algn="l">
              <a:lnSpc>
                <a:spcPts val="6263"/>
              </a:lnSpc>
            </a:pPr>
            <a:r>
              <a:rPr lang="en-US" sz="4473" dirty="0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6 </a:t>
            </a:r>
            <a:r>
              <a:rPr lang="en-US" sz="4473" dirty="0" err="1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Kiểm</a:t>
            </a:r>
            <a:r>
              <a:rPr lang="en-US" sz="4473" dirty="0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 </a:t>
            </a:r>
            <a:r>
              <a:rPr lang="en-US" sz="4473" dirty="0" err="1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thử</a:t>
            </a:r>
            <a:r>
              <a:rPr lang="en-US" sz="4473" dirty="0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 </a:t>
            </a:r>
            <a:r>
              <a:rPr lang="en-US" sz="4473" dirty="0" err="1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tự</a:t>
            </a:r>
            <a:r>
              <a:rPr lang="en-US" sz="4473" dirty="0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 </a:t>
            </a:r>
            <a:r>
              <a:rPr lang="en-US" sz="4473" dirty="0" err="1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động</a:t>
            </a:r>
            <a:endParaRPr lang="en-US" sz="4473" dirty="0">
              <a:solidFill>
                <a:srgbClr val="2D446E"/>
              </a:solidFill>
              <a:latin typeface="Paytone One"/>
              <a:ea typeface="Paytone One"/>
              <a:cs typeface="Paytone One"/>
              <a:sym typeface="Paytone One"/>
            </a:endParaRPr>
          </a:p>
          <a:p>
            <a:pPr algn="l">
              <a:lnSpc>
                <a:spcPts val="6263"/>
              </a:lnSpc>
            </a:pPr>
            <a:r>
              <a:rPr lang="en-US" sz="4473" dirty="0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7.Báo </a:t>
            </a:r>
            <a:r>
              <a:rPr lang="en-US" sz="4473" dirty="0" err="1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cáo</a:t>
            </a:r>
            <a:r>
              <a:rPr lang="en-US" sz="4473" dirty="0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 </a:t>
            </a:r>
            <a:r>
              <a:rPr lang="en-US" sz="4473" dirty="0" err="1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lỗi</a:t>
            </a:r>
            <a:r>
              <a:rPr lang="en-US" sz="4473" dirty="0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 </a:t>
            </a:r>
          </a:p>
          <a:p>
            <a:pPr algn="l">
              <a:lnSpc>
                <a:spcPts val="6263"/>
              </a:lnSpc>
            </a:pPr>
            <a:r>
              <a:rPr lang="en-US" sz="4473" dirty="0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8. </a:t>
            </a:r>
            <a:r>
              <a:rPr lang="en-US" sz="4473" dirty="0" err="1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Kết</a:t>
            </a:r>
            <a:r>
              <a:rPr lang="en-US" sz="4473" dirty="0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 </a:t>
            </a:r>
            <a:r>
              <a:rPr lang="en-US" sz="4473" dirty="0" err="1">
                <a:solidFill>
                  <a:srgbClr val="2D446E"/>
                </a:solidFill>
                <a:latin typeface="Paytone One"/>
                <a:ea typeface="Paytone One"/>
                <a:cs typeface="Paytone One"/>
                <a:sym typeface="Paytone One"/>
              </a:rPr>
              <a:t>luận</a:t>
            </a:r>
            <a:endParaRPr lang="en-US" sz="4473" dirty="0">
              <a:solidFill>
                <a:srgbClr val="2D446E"/>
              </a:solidFill>
              <a:latin typeface="Paytone One"/>
              <a:ea typeface="Paytone One"/>
              <a:cs typeface="Paytone One"/>
              <a:sym typeface="Paytone One"/>
            </a:endParaRPr>
          </a:p>
          <a:p>
            <a:pPr algn="l">
              <a:lnSpc>
                <a:spcPts val="6263"/>
              </a:lnSpc>
            </a:pPr>
            <a:endParaRPr lang="en-US" sz="4473" dirty="0">
              <a:solidFill>
                <a:srgbClr val="2D446E"/>
              </a:solidFill>
              <a:latin typeface="Paytone One"/>
              <a:ea typeface="Paytone One"/>
              <a:cs typeface="Paytone One"/>
              <a:sym typeface="Paytone On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2"/>
          <p:cNvSpPr txBox="1"/>
          <p:nvPr/>
        </p:nvSpPr>
        <p:spPr>
          <a:xfrm>
            <a:off x="685800" y="270889"/>
            <a:ext cx="4756957" cy="793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60"/>
              </a:lnSpc>
            </a:pPr>
            <a:r>
              <a:rPr lang="en-US" sz="6000" b="1" dirty="0" err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Giới</a:t>
            </a:r>
            <a:r>
              <a:rPr lang="en-US" sz="6000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</a:t>
            </a:r>
            <a:r>
              <a:rPr lang="en-US" sz="6000" b="1" dirty="0" err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thiệu</a:t>
            </a:r>
            <a:endParaRPr lang="en-US" sz="6000" b="1" dirty="0">
              <a:solidFill>
                <a:srgbClr val="000000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  <p:grpSp>
        <p:nvGrpSpPr>
          <p:cNvPr id="31" name="Group 31"/>
          <p:cNvGrpSpPr/>
          <p:nvPr/>
        </p:nvGrpSpPr>
        <p:grpSpPr>
          <a:xfrm rot="644436">
            <a:off x="11393764" y="-1270346"/>
            <a:ext cx="8214512" cy="4752536"/>
            <a:chOff x="0" y="0"/>
            <a:chExt cx="2053966" cy="1188329"/>
          </a:xfrm>
        </p:grpSpPr>
        <p:sp>
          <p:nvSpPr>
            <p:cNvPr id="32" name="Freeform 32"/>
            <p:cNvSpPr/>
            <p:nvPr/>
          </p:nvSpPr>
          <p:spPr>
            <a:xfrm rot="-5400000">
              <a:off x="432818" y="-432818"/>
              <a:ext cx="1188329" cy="2053966"/>
            </a:xfrm>
            <a:custGeom>
              <a:avLst/>
              <a:gdLst/>
              <a:ahLst/>
              <a:cxnLst/>
              <a:rect l="l" t="t" r="r" b="b"/>
              <a:pathLst>
                <a:path w="1188329" h="2053966">
                  <a:moveTo>
                    <a:pt x="1188330" y="51836"/>
                  </a:moveTo>
                  <a:lnTo>
                    <a:pt x="1188330" y="2002130"/>
                  </a:lnTo>
                  <a:cubicBezTo>
                    <a:pt x="1188330" y="2030758"/>
                    <a:pt x="1165122" y="2053966"/>
                    <a:pt x="1136494" y="2053966"/>
                  </a:cubicBezTo>
                  <a:lnTo>
                    <a:pt x="51836" y="2053966"/>
                  </a:lnTo>
                  <a:cubicBezTo>
                    <a:pt x="23208" y="2053966"/>
                    <a:pt x="0" y="2030758"/>
                    <a:pt x="0" y="2002130"/>
                  </a:cubicBezTo>
                  <a:lnTo>
                    <a:pt x="0" y="51836"/>
                  </a:lnTo>
                  <a:cubicBezTo>
                    <a:pt x="0" y="23207"/>
                    <a:pt x="23208" y="0"/>
                    <a:pt x="51836" y="0"/>
                  </a:cubicBezTo>
                  <a:lnTo>
                    <a:pt x="1136494" y="0"/>
                  </a:lnTo>
                  <a:cubicBezTo>
                    <a:pt x="1165122" y="0"/>
                    <a:pt x="1188330" y="23207"/>
                    <a:pt x="1188330" y="51836"/>
                  </a:cubicBezTo>
                  <a:close/>
                </a:path>
              </a:pathLst>
            </a:custGeom>
            <a:blipFill>
              <a:blip r:embed="rId2"/>
              <a:stretch>
                <a:fillRect r="-53454" b="-6615"/>
              </a:stretch>
            </a:blipFill>
          </p:spPr>
        </p:sp>
      </p:grpSp>
      <p:sp>
        <p:nvSpPr>
          <p:cNvPr id="37" name="Rectangle 3">
            <a:extLst>
              <a:ext uri="{FF2B5EF4-FFF2-40B4-BE49-F238E27FC236}">
                <a16:creationId xmlns:a16="http://schemas.microsoft.com/office/drawing/2014/main" id="{5305548E-3542-47FA-9C27-703BB9B5A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1808796"/>
            <a:ext cx="174498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kumimoji="0" lang="en-US" altLang="en-US" sz="3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3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Ứng</a:t>
            </a: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dụng</a:t>
            </a: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được</a:t>
            </a: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kiểm</a:t>
            </a: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thử</a:t>
            </a: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là</a:t>
            </a: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một</a:t>
            </a: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Task Management API </a:t>
            </a:r>
            <a:r>
              <a:rPr lang="en-US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xây</a:t>
            </a: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dựng</a:t>
            </a: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bằng</a:t>
            </a: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Flask </a:t>
            </a:r>
            <a:r>
              <a:rPr lang="en-US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PostgreSQL. </a:t>
            </a:r>
            <a:r>
              <a:rPr lang="en-US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Hệ</a:t>
            </a: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thống</a:t>
            </a: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hỗ</a:t>
            </a: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trợ</a:t>
            </a: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chức</a:t>
            </a: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năng</a:t>
            </a: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đăng</a:t>
            </a: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ký</a:t>
            </a: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đăng</a:t>
            </a: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nhập</a:t>
            </a: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quản</a:t>
            </a: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lý</a:t>
            </a: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công</a:t>
            </a: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việc</a:t>
            </a: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như</a:t>
            </a: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tạo</a:t>
            </a: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xem</a:t>
            </a: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cập</a:t>
            </a: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nhật</a:t>
            </a: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hoàn</a:t>
            </a: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thành</a:t>
            </a: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xóa</a:t>
            </a:r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task.</a:t>
            </a:r>
          </a:p>
          <a:p>
            <a:r>
              <a:rPr lang="en-US" sz="3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79FD16-18C3-4511-A80B-EB65BBF8E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037" y="3656438"/>
            <a:ext cx="8385225" cy="33501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703F7A-3555-4F25-9678-B53E889438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6402" y="3656438"/>
            <a:ext cx="8082961" cy="35956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4"/>
          <p:cNvSpPr txBox="1"/>
          <p:nvPr/>
        </p:nvSpPr>
        <p:spPr>
          <a:xfrm>
            <a:off x="457200" y="390886"/>
            <a:ext cx="15697200" cy="7926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60"/>
              </a:lnSpc>
            </a:pPr>
            <a:r>
              <a:rPr lang="en-US" sz="6000" b="1" dirty="0" err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Phân</a:t>
            </a:r>
            <a:r>
              <a:rPr lang="en-US" sz="6000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</a:t>
            </a:r>
            <a:r>
              <a:rPr lang="en-US" sz="6000" b="1" dirty="0" err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tích</a:t>
            </a:r>
            <a:r>
              <a:rPr lang="en-US" sz="6000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</a:t>
            </a:r>
            <a:r>
              <a:rPr lang="en-US" sz="6000" b="1" dirty="0" err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hệ</a:t>
            </a:r>
            <a:r>
              <a:rPr lang="en-US" sz="6000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</a:t>
            </a:r>
            <a:r>
              <a:rPr lang="en-US" sz="6000" b="1" dirty="0" err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thống</a:t>
            </a:r>
            <a:r>
              <a:rPr lang="en-US" sz="6000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</a:t>
            </a:r>
            <a:r>
              <a:rPr lang="en-US" sz="6000" b="1" dirty="0" err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và</a:t>
            </a:r>
            <a:r>
              <a:rPr lang="en-US" sz="6000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</a:t>
            </a:r>
            <a:r>
              <a:rPr lang="en-US" sz="6000" b="1" dirty="0" err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phạm</a:t>
            </a:r>
            <a:r>
              <a:rPr lang="en-US" sz="6000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vi </a:t>
            </a:r>
            <a:r>
              <a:rPr lang="en-US" sz="6000" b="1" dirty="0" err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kiểm</a:t>
            </a:r>
            <a:r>
              <a:rPr lang="en-US" sz="6000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</a:t>
            </a:r>
            <a:r>
              <a:rPr lang="en-US" sz="6000" b="1" dirty="0" err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thử</a:t>
            </a:r>
            <a:r>
              <a:rPr lang="en-US" sz="6000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A72257-5DDA-4661-AE99-64EB669BD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7816" y="2841419"/>
            <a:ext cx="4588502" cy="46041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EDCA2E-07CD-4411-BFD1-55ADAD077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2988" y="2517287"/>
            <a:ext cx="5815012" cy="44228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D2124E7-D89B-4138-99AF-5C95DC4803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14499"/>
            <a:ext cx="7691147" cy="60284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006AB9-2A17-446A-865C-512FC0BE27BA}"/>
              </a:ext>
            </a:extLst>
          </p:cNvPr>
          <p:cNvSpPr txBox="1"/>
          <p:nvPr/>
        </p:nvSpPr>
        <p:spPr>
          <a:xfrm>
            <a:off x="838200" y="571500"/>
            <a:ext cx="9144000" cy="885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4000" dirty="0">
                <a:solidFill>
                  <a:srgbClr val="2D446E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3.Kế </a:t>
            </a:r>
            <a:r>
              <a:rPr lang="en-US" sz="4000" dirty="0" err="1">
                <a:solidFill>
                  <a:srgbClr val="2D446E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hoạch</a:t>
            </a:r>
            <a:r>
              <a:rPr lang="en-US" sz="4000" dirty="0">
                <a:solidFill>
                  <a:srgbClr val="2D446E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 </a:t>
            </a:r>
            <a:r>
              <a:rPr lang="en-US" sz="4000" dirty="0" err="1">
                <a:solidFill>
                  <a:srgbClr val="2D446E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kiểm</a:t>
            </a:r>
            <a:r>
              <a:rPr lang="en-US" sz="4000" dirty="0">
                <a:solidFill>
                  <a:srgbClr val="2D446E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 </a:t>
            </a:r>
            <a:r>
              <a:rPr lang="en-US" sz="4000" dirty="0" err="1">
                <a:solidFill>
                  <a:srgbClr val="2D446E"/>
                </a:solidFill>
                <a:latin typeface="Times New Roman" panose="02020603050405020304" pitchFamily="18" charset="0"/>
                <a:ea typeface="Paytone One"/>
                <a:cs typeface="Times New Roman" panose="02020603050405020304" pitchFamily="18" charset="0"/>
                <a:sym typeface="Paytone One"/>
              </a:rPr>
              <a:t>thử</a:t>
            </a:r>
            <a:endParaRPr lang="en-US" sz="4000" dirty="0">
              <a:solidFill>
                <a:srgbClr val="2D446E"/>
              </a:solidFill>
              <a:latin typeface="Times New Roman" panose="02020603050405020304" pitchFamily="18" charset="0"/>
              <a:ea typeface="Paytone One"/>
              <a:cs typeface="Times New Roman" panose="02020603050405020304" pitchFamily="18" charset="0"/>
              <a:sym typeface="Paytone One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3FB03B8-89BC-4205-B44C-D57027A7B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6400" y="342900"/>
            <a:ext cx="5281221" cy="493871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2AFFA26-74C2-40BB-9972-3A912CD5C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567363"/>
            <a:ext cx="7049484" cy="200052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B2A3A1F-6243-441C-92AA-EB55455C36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088155"/>
            <a:ext cx="8373644" cy="284837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18F91A6-7849-4299-9074-82797492F7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0" y="5705494"/>
            <a:ext cx="8621328" cy="3724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123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39FB3C-F4E3-498C-89FA-8E5DC7FD5EB6}"/>
              </a:ext>
            </a:extLst>
          </p:cNvPr>
          <p:cNvSpPr txBox="1"/>
          <p:nvPr/>
        </p:nvSpPr>
        <p:spPr>
          <a:xfrm>
            <a:off x="228600" y="495300"/>
            <a:ext cx="9144000" cy="755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15000"/>
              </a:lnSpc>
              <a:spcBef>
                <a:spcPts val="1200"/>
              </a:spcBef>
            </a:pPr>
            <a:r>
              <a:rPr lang="en-US" sz="40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KIỂM THỬ TỰ ĐỘNG </a:t>
            </a:r>
            <a:endParaRPr lang="en-US" sz="4000" b="1" kern="100" dirty="0">
              <a:solidFill>
                <a:srgbClr val="0F4761"/>
              </a:solidFill>
              <a:effectLst/>
              <a:latin typeface="Aptos Display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99B6E1-3D3D-4A39-BAB1-828358945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85900"/>
            <a:ext cx="7080174" cy="3657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BCCD78-FF3B-4205-A9A4-3D4DB4CFF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759321"/>
            <a:ext cx="7848600" cy="8768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896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41B11CB-6948-4EED-9733-6BE90001A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71500"/>
            <a:ext cx="10744200" cy="29722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210A57-3492-4C48-A8E1-63043D5A2B6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28600" y="4457700"/>
            <a:ext cx="9372600" cy="43692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72828B-0B76-46C1-8E7F-2A72D6E2990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0134600" y="3771900"/>
            <a:ext cx="7620000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007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75"/>
          <p:cNvSpPr txBox="1"/>
          <p:nvPr/>
        </p:nvSpPr>
        <p:spPr>
          <a:xfrm>
            <a:off x="304800" y="266700"/>
            <a:ext cx="15468600" cy="7926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60"/>
              </a:lnSpc>
            </a:pPr>
            <a:r>
              <a:rPr lang="en-US" sz="6000" b="1" dirty="0" err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Các</a:t>
            </a:r>
            <a:r>
              <a:rPr lang="en-US" sz="6000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</a:t>
            </a:r>
            <a:r>
              <a:rPr lang="en-US" sz="6000" b="1" dirty="0" err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trường</a:t>
            </a:r>
            <a:r>
              <a:rPr lang="en-US" sz="6000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</a:t>
            </a:r>
            <a:r>
              <a:rPr lang="en-US" sz="6000" b="1" dirty="0" err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hợp</a:t>
            </a:r>
            <a:r>
              <a:rPr lang="en-US" sz="6000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</a:t>
            </a:r>
            <a:r>
              <a:rPr lang="en-US" sz="6000" b="1" dirty="0" err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kiểm</a:t>
            </a:r>
            <a:r>
              <a:rPr lang="en-US" sz="6000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</a:t>
            </a:r>
            <a:r>
              <a:rPr lang="en-US" sz="6000" b="1" dirty="0" err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thử</a:t>
            </a:r>
            <a:r>
              <a:rPr lang="en-US" sz="6000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</a:t>
            </a:r>
            <a:r>
              <a:rPr lang="en-US" sz="6000" b="1" dirty="0" err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và</a:t>
            </a:r>
            <a:r>
              <a:rPr lang="en-US" sz="6000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test case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C87D1A-AD0F-4FA1-9AF4-FF96A366C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87" y="1232604"/>
            <a:ext cx="8482013" cy="38569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281B22-D6ED-4BC2-A1C4-0F6C454ED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6488" y="1181100"/>
            <a:ext cx="8890525" cy="3962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490A34-8682-4060-B0A7-AA3F6BC53E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475" y="5852159"/>
            <a:ext cx="8509525" cy="36165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B26CAD-1A42-43E7-A995-8A3D02F859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5941" y="5430655"/>
            <a:ext cx="8509525" cy="43640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6"/>
          <p:cNvSpPr txBox="1"/>
          <p:nvPr/>
        </p:nvSpPr>
        <p:spPr>
          <a:xfrm>
            <a:off x="685800" y="379357"/>
            <a:ext cx="7861623" cy="7926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60"/>
              </a:lnSpc>
            </a:pPr>
            <a:r>
              <a:rPr lang="en-US" sz="6000" b="1" dirty="0" err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Báo</a:t>
            </a:r>
            <a:r>
              <a:rPr lang="en-US" sz="6000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</a:t>
            </a:r>
            <a:r>
              <a:rPr lang="en-US" sz="6000" b="1" dirty="0" err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cáo</a:t>
            </a:r>
            <a:r>
              <a:rPr lang="en-US" sz="6000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</a:t>
            </a:r>
            <a:r>
              <a:rPr lang="en-US" sz="6000" b="1" dirty="0" err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lỗi</a:t>
            </a:r>
            <a:endParaRPr lang="en-US" sz="6000" b="1" dirty="0">
              <a:solidFill>
                <a:srgbClr val="000000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9BC46E-802D-415E-8997-05A4D96B9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991100"/>
            <a:ext cx="13851283" cy="42773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294D69-16C6-4340-AF40-BC164B474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376346"/>
            <a:ext cx="7897327" cy="33532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4"/>
          <p:cNvSpPr txBox="1"/>
          <p:nvPr/>
        </p:nvSpPr>
        <p:spPr>
          <a:xfrm>
            <a:off x="569034" y="349371"/>
            <a:ext cx="5120163" cy="7926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60"/>
              </a:lnSpc>
            </a:pPr>
            <a:r>
              <a:rPr lang="en-US" sz="6000" b="1" dirty="0" err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Tổng</a:t>
            </a:r>
            <a:r>
              <a:rPr lang="en-US" sz="6000" b="1" dirty="0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</a:t>
            </a:r>
            <a:r>
              <a:rPr lang="en-US" sz="6000" b="1" dirty="0" err="1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kết</a:t>
            </a:r>
            <a:endParaRPr lang="en-US" sz="6000" b="1" dirty="0">
              <a:solidFill>
                <a:srgbClr val="000000"/>
              </a:solidFill>
              <a:latin typeface="Agrandir Bold"/>
              <a:ea typeface="Agrandir Bold"/>
              <a:cs typeface="Agrandir Bold"/>
              <a:sym typeface="Agrandir Bold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586ED8-9C3E-411E-B614-440704DB4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5448300"/>
            <a:ext cx="14133970" cy="4648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9CCC70-022B-469E-AD0E-99F70BC2D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1124741"/>
            <a:ext cx="6831891" cy="40187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180</Words>
  <Application>Microsoft Office PowerPoint</Application>
  <PresentationFormat>Custom</PresentationFormat>
  <Paragraphs>23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Paytone One</vt:lpstr>
      <vt:lpstr>Aptos Display</vt:lpstr>
      <vt:lpstr>Montserrat</vt:lpstr>
      <vt:lpstr>Times New Roman</vt:lpstr>
      <vt:lpstr>Calibri</vt:lpstr>
      <vt:lpstr>Agrandir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Marketing Digital Stratégie Moderne Géométrique</dc:title>
  <cp:lastModifiedBy>dangkhoa18052004qni@gmail.com</cp:lastModifiedBy>
  <cp:revision>15</cp:revision>
  <dcterms:created xsi:type="dcterms:W3CDTF">2006-08-16T00:00:00Z</dcterms:created>
  <dcterms:modified xsi:type="dcterms:W3CDTF">2026-03-17T07:24:55Z</dcterms:modified>
  <dc:identifier>DAHADNbFuog</dc:identifier>
</cp:coreProperties>
</file>